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420624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73"/>
  </p:normalViewPr>
  <p:slideViewPr>
    <p:cSldViewPr snapToGrid="0">
      <p:cViewPr>
        <p:scale>
          <a:sx n="24" d="100"/>
          <a:sy n="24" d="100"/>
        </p:scale>
        <p:origin x="54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54680" y="5387342"/>
            <a:ext cx="35753040" cy="11460480"/>
          </a:xfrm>
        </p:spPr>
        <p:txBody>
          <a:bodyPr anchor="b"/>
          <a:lstStyle>
            <a:lvl1pPr algn="ctr">
              <a:defRPr sz="2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7800" y="17289782"/>
            <a:ext cx="31546800" cy="7947658"/>
          </a:xfrm>
        </p:spPr>
        <p:txBody>
          <a:bodyPr/>
          <a:lstStyle>
            <a:lvl1pPr marL="0" indent="0" algn="ctr">
              <a:buNone/>
              <a:defRPr sz="11040"/>
            </a:lvl1pPr>
            <a:lvl2pPr marL="2103120" indent="0" algn="ctr">
              <a:buNone/>
              <a:defRPr sz="9200"/>
            </a:lvl2pPr>
            <a:lvl3pPr marL="4206240" indent="0" algn="ctr">
              <a:buNone/>
              <a:defRPr sz="8280"/>
            </a:lvl3pPr>
            <a:lvl4pPr marL="6309360" indent="0" algn="ctr">
              <a:buNone/>
              <a:defRPr sz="7360"/>
            </a:lvl4pPr>
            <a:lvl5pPr marL="8412480" indent="0" algn="ctr">
              <a:buNone/>
              <a:defRPr sz="7360"/>
            </a:lvl5pPr>
            <a:lvl6pPr marL="10515600" indent="0" algn="ctr">
              <a:buNone/>
              <a:defRPr sz="7360"/>
            </a:lvl6pPr>
            <a:lvl7pPr marL="12618720" indent="0" algn="ctr">
              <a:buNone/>
              <a:defRPr sz="7360"/>
            </a:lvl7pPr>
            <a:lvl8pPr marL="14721840" indent="0" algn="ctr">
              <a:buNone/>
              <a:defRPr sz="7360"/>
            </a:lvl8pPr>
            <a:lvl9pPr marL="16824960" indent="0" algn="ctr">
              <a:buNone/>
              <a:defRPr sz="7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4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55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9885" y="8206749"/>
            <a:ext cx="36278820" cy="13693138"/>
          </a:xfrm>
        </p:spPr>
        <p:txBody>
          <a:bodyPr anchor="b"/>
          <a:lstStyle>
            <a:lvl1pPr>
              <a:defRPr sz="2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9885" y="22029429"/>
            <a:ext cx="36278820" cy="7200898"/>
          </a:xfrm>
        </p:spPr>
        <p:txBody>
          <a:bodyPr/>
          <a:lstStyle>
            <a:lvl1pPr marL="0" indent="0">
              <a:buNone/>
              <a:defRPr sz="11040">
                <a:solidFill>
                  <a:schemeClr val="tx1">
                    <a:tint val="82000"/>
                  </a:schemeClr>
                </a:solidFill>
              </a:defRPr>
            </a:lvl1pPr>
            <a:lvl2pPr marL="2103120" indent="0">
              <a:buNone/>
              <a:defRPr sz="9200">
                <a:solidFill>
                  <a:schemeClr val="tx1">
                    <a:tint val="82000"/>
                  </a:schemeClr>
                </a:solidFill>
              </a:defRPr>
            </a:lvl2pPr>
            <a:lvl3pPr marL="4206240" indent="0">
              <a:buNone/>
              <a:defRPr sz="8280">
                <a:solidFill>
                  <a:schemeClr val="tx1">
                    <a:tint val="82000"/>
                  </a:schemeClr>
                </a:solidFill>
              </a:defRPr>
            </a:lvl3pPr>
            <a:lvl4pPr marL="6309360" indent="0">
              <a:buNone/>
              <a:defRPr sz="7360">
                <a:solidFill>
                  <a:schemeClr val="tx1">
                    <a:tint val="82000"/>
                  </a:schemeClr>
                </a:solidFill>
              </a:defRPr>
            </a:lvl4pPr>
            <a:lvl5pPr marL="8412480" indent="0">
              <a:buNone/>
              <a:defRPr sz="7360">
                <a:solidFill>
                  <a:schemeClr val="tx1">
                    <a:tint val="82000"/>
                  </a:schemeClr>
                </a:solidFill>
              </a:defRPr>
            </a:lvl5pPr>
            <a:lvl6pPr marL="10515600" indent="0">
              <a:buNone/>
              <a:defRPr sz="7360">
                <a:solidFill>
                  <a:schemeClr val="tx1">
                    <a:tint val="82000"/>
                  </a:schemeClr>
                </a:solidFill>
              </a:defRPr>
            </a:lvl6pPr>
            <a:lvl7pPr marL="12618720" indent="0">
              <a:buNone/>
              <a:defRPr sz="7360">
                <a:solidFill>
                  <a:schemeClr val="tx1">
                    <a:tint val="82000"/>
                  </a:schemeClr>
                </a:solidFill>
              </a:defRPr>
            </a:lvl7pPr>
            <a:lvl8pPr marL="14721840" indent="0">
              <a:buNone/>
              <a:defRPr sz="7360">
                <a:solidFill>
                  <a:schemeClr val="tx1">
                    <a:tint val="82000"/>
                  </a:schemeClr>
                </a:solidFill>
              </a:defRPr>
            </a:lvl8pPr>
            <a:lvl9pPr marL="16824960" indent="0">
              <a:buNone/>
              <a:defRPr sz="7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3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91790" y="8763000"/>
            <a:ext cx="1787652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294090" y="8763000"/>
            <a:ext cx="1787652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0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269" y="1752607"/>
            <a:ext cx="3627882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7273" y="8069582"/>
            <a:ext cx="17794364" cy="3954778"/>
          </a:xfrm>
        </p:spPr>
        <p:txBody>
          <a:bodyPr anchor="b"/>
          <a:lstStyle>
            <a:lvl1pPr marL="0" indent="0">
              <a:buNone/>
              <a:defRPr sz="11040" b="1"/>
            </a:lvl1pPr>
            <a:lvl2pPr marL="2103120" indent="0">
              <a:buNone/>
              <a:defRPr sz="9200" b="1"/>
            </a:lvl2pPr>
            <a:lvl3pPr marL="4206240" indent="0">
              <a:buNone/>
              <a:defRPr sz="8280" b="1"/>
            </a:lvl3pPr>
            <a:lvl4pPr marL="6309360" indent="0">
              <a:buNone/>
              <a:defRPr sz="7360" b="1"/>
            </a:lvl4pPr>
            <a:lvl5pPr marL="8412480" indent="0">
              <a:buNone/>
              <a:defRPr sz="7360" b="1"/>
            </a:lvl5pPr>
            <a:lvl6pPr marL="10515600" indent="0">
              <a:buNone/>
              <a:defRPr sz="7360" b="1"/>
            </a:lvl6pPr>
            <a:lvl7pPr marL="12618720" indent="0">
              <a:buNone/>
              <a:defRPr sz="7360" b="1"/>
            </a:lvl7pPr>
            <a:lvl8pPr marL="14721840" indent="0">
              <a:buNone/>
              <a:defRPr sz="7360" b="1"/>
            </a:lvl8pPr>
            <a:lvl9pPr marL="16824960" indent="0">
              <a:buNone/>
              <a:defRPr sz="7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7273" y="12024360"/>
            <a:ext cx="17794364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294092" y="8069582"/>
            <a:ext cx="17881999" cy="3954778"/>
          </a:xfrm>
        </p:spPr>
        <p:txBody>
          <a:bodyPr anchor="b"/>
          <a:lstStyle>
            <a:lvl1pPr marL="0" indent="0">
              <a:buNone/>
              <a:defRPr sz="11040" b="1"/>
            </a:lvl1pPr>
            <a:lvl2pPr marL="2103120" indent="0">
              <a:buNone/>
              <a:defRPr sz="9200" b="1"/>
            </a:lvl2pPr>
            <a:lvl3pPr marL="4206240" indent="0">
              <a:buNone/>
              <a:defRPr sz="8280" b="1"/>
            </a:lvl3pPr>
            <a:lvl4pPr marL="6309360" indent="0">
              <a:buNone/>
              <a:defRPr sz="7360" b="1"/>
            </a:lvl4pPr>
            <a:lvl5pPr marL="8412480" indent="0">
              <a:buNone/>
              <a:defRPr sz="7360" b="1"/>
            </a:lvl5pPr>
            <a:lvl6pPr marL="10515600" indent="0">
              <a:buNone/>
              <a:defRPr sz="7360" b="1"/>
            </a:lvl6pPr>
            <a:lvl7pPr marL="12618720" indent="0">
              <a:buNone/>
              <a:defRPr sz="7360" b="1"/>
            </a:lvl7pPr>
            <a:lvl8pPr marL="14721840" indent="0">
              <a:buNone/>
              <a:defRPr sz="7360" b="1"/>
            </a:lvl8pPr>
            <a:lvl9pPr marL="16824960" indent="0">
              <a:buNone/>
              <a:defRPr sz="7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294092" y="12024360"/>
            <a:ext cx="17881999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4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5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269" y="2194560"/>
            <a:ext cx="13566219" cy="7680960"/>
          </a:xfrm>
        </p:spPr>
        <p:txBody>
          <a:bodyPr anchor="b"/>
          <a:lstStyle>
            <a:lvl1pPr>
              <a:defRPr sz="14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1999" y="4739647"/>
            <a:ext cx="21294090" cy="23393400"/>
          </a:xfrm>
        </p:spPr>
        <p:txBody>
          <a:bodyPr/>
          <a:lstStyle>
            <a:lvl1pPr>
              <a:defRPr sz="14720"/>
            </a:lvl1pPr>
            <a:lvl2pPr>
              <a:defRPr sz="12880"/>
            </a:lvl2pPr>
            <a:lvl3pPr>
              <a:defRPr sz="11040"/>
            </a:lvl3pPr>
            <a:lvl4pPr>
              <a:defRPr sz="9200"/>
            </a:lvl4pPr>
            <a:lvl5pPr>
              <a:defRPr sz="9200"/>
            </a:lvl5pPr>
            <a:lvl6pPr>
              <a:defRPr sz="9200"/>
            </a:lvl6pPr>
            <a:lvl7pPr>
              <a:defRPr sz="9200"/>
            </a:lvl7pPr>
            <a:lvl8pPr>
              <a:defRPr sz="9200"/>
            </a:lvl8pPr>
            <a:lvl9pPr>
              <a:defRPr sz="9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97269" y="9875520"/>
            <a:ext cx="13566219" cy="18295622"/>
          </a:xfrm>
        </p:spPr>
        <p:txBody>
          <a:bodyPr/>
          <a:lstStyle>
            <a:lvl1pPr marL="0" indent="0">
              <a:buNone/>
              <a:defRPr sz="7360"/>
            </a:lvl1pPr>
            <a:lvl2pPr marL="2103120" indent="0">
              <a:buNone/>
              <a:defRPr sz="6440"/>
            </a:lvl2pPr>
            <a:lvl3pPr marL="4206240" indent="0">
              <a:buNone/>
              <a:defRPr sz="5520"/>
            </a:lvl3pPr>
            <a:lvl4pPr marL="6309360" indent="0">
              <a:buNone/>
              <a:defRPr sz="4600"/>
            </a:lvl4pPr>
            <a:lvl5pPr marL="8412480" indent="0">
              <a:buNone/>
              <a:defRPr sz="4600"/>
            </a:lvl5pPr>
            <a:lvl6pPr marL="10515600" indent="0">
              <a:buNone/>
              <a:defRPr sz="4600"/>
            </a:lvl6pPr>
            <a:lvl7pPr marL="12618720" indent="0">
              <a:buNone/>
              <a:defRPr sz="4600"/>
            </a:lvl7pPr>
            <a:lvl8pPr marL="14721840" indent="0">
              <a:buNone/>
              <a:defRPr sz="4600"/>
            </a:lvl8pPr>
            <a:lvl9pPr marL="16824960" indent="0">
              <a:buNone/>
              <a:defRPr sz="4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8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269" y="2194560"/>
            <a:ext cx="13566219" cy="7680960"/>
          </a:xfrm>
        </p:spPr>
        <p:txBody>
          <a:bodyPr anchor="b"/>
          <a:lstStyle>
            <a:lvl1pPr>
              <a:defRPr sz="14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81999" y="4739647"/>
            <a:ext cx="21294090" cy="23393400"/>
          </a:xfrm>
        </p:spPr>
        <p:txBody>
          <a:bodyPr anchor="t"/>
          <a:lstStyle>
            <a:lvl1pPr marL="0" indent="0">
              <a:buNone/>
              <a:defRPr sz="14720"/>
            </a:lvl1pPr>
            <a:lvl2pPr marL="2103120" indent="0">
              <a:buNone/>
              <a:defRPr sz="12880"/>
            </a:lvl2pPr>
            <a:lvl3pPr marL="4206240" indent="0">
              <a:buNone/>
              <a:defRPr sz="11040"/>
            </a:lvl3pPr>
            <a:lvl4pPr marL="6309360" indent="0">
              <a:buNone/>
              <a:defRPr sz="9200"/>
            </a:lvl4pPr>
            <a:lvl5pPr marL="8412480" indent="0">
              <a:buNone/>
              <a:defRPr sz="9200"/>
            </a:lvl5pPr>
            <a:lvl6pPr marL="10515600" indent="0">
              <a:buNone/>
              <a:defRPr sz="9200"/>
            </a:lvl6pPr>
            <a:lvl7pPr marL="12618720" indent="0">
              <a:buNone/>
              <a:defRPr sz="9200"/>
            </a:lvl7pPr>
            <a:lvl8pPr marL="14721840" indent="0">
              <a:buNone/>
              <a:defRPr sz="9200"/>
            </a:lvl8pPr>
            <a:lvl9pPr marL="16824960" indent="0">
              <a:buNone/>
              <a:defRPr sz="9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97269" y="9875520"/>
            <a:ext cx="13566219" cy="18295622"/>
          </a:xfrm>
        </p:spPr>
        <p:txBody>
          <a:bodyPr/>
          <a:lstStyle>
            <a:lvl1pPr marL="0" indent="0">
              <a:buNone/>
              <a:defRPr sz="7360"/>
            </a:lvl1pPr>
            <a:lvl2pPr marL="2103120" indent="0">
              <a:buNone/>
              <a:defRPr sz="6440"/>
            </a:lvl2pPr>
            <a:lvl3pPr marL="4206240" indent="0">
              <a:buNone/>
              <a:defRPr sz="5520"/>
            </a:lvl3pPr>
            <a:lvl4pPr marL="6309360" indent="0">
              <a:buNone/>
              <a:defRPr sz="4600"/>
            </a:lvl4pPr>
            <a:lvl5pPr marL="8412480" indent="0">
              <a:buNone/>
              <a:defRPr sz="4600"/>
            </a:lvl5pPr>
            <a:lvl6pPr marL="10515600" indent="0">
              <a:buNone/>
              <a:defRPr sz="4600"/>
            </a:lvl6pPr>
            <a:lvl7pPr marL="12618720" indent="0">
              <a:buNone/>
              <a:defRPr sz="4600"/>
            </a:lvl7pPr>
            <a:lvl8pPr marL="14721840" indent="0">
              <a:buNone/>
              <a:defRPr sz="4600"/>
            </a:lvl8pPr>
            <a:lvl9pPr marL="16824960" indent="0">
              <a:buNone/>
              <a:defRPr sz="4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16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26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100907" y="1752600"/>
            <a:ext cx="9069705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1792" y="1752600"/>
            <a:ext cx="26683335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1790" y="1752607"/>
            <a:ext cx="3627882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1790" y="8763000"/>
            <a:ext cx="3627882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91790" y="30510487"/>
            <a:ext cx="94640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35585C-8BC0-3044-9411-7D4DD7AD845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933170" y="30510487"/>
            <a:ext cx="141960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706570" y="30510487"/>
            <a:ext cx="94640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5A000-21A5-374A-8F23-DC26A86F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2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206240" rtl="0" eaLnBrk="1" latinLnBrk="0" hangingPunct="1">
        <a:lnSpc>
          <a:spcPct val="90000"/>
        </a:lnSpc>
        <a:spcBef>
          <a:spcPct val="0"/>
        </a:spcBef>
        <a:buNone/>
        <a:defRPr sz="202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51560" indent="-1051560" algn="l" defTabSz="4206240" rtl="0" eaLnBrk="1" latinLnBrk="0" hangingPunct="1">
        <a:lnSpc>
          <a:spcPct val="90000"/>
        </a:lnSpc>
        <a:spcBef>
          <a:spcPts val="4600"/>
        </a:spcBef>
        <a:buFont typeface="Arial" panose="020B0604020202020204" pitchFamily="34" charset="0"/>
        <a:buChar char="•"/>
        <a:defRPr sz="12880" kern="1200">
          <a:solidFill>
            <a:schemeClr val="tx1"/>
          </a:solidFill>
          <a:latin typeface="+mn-lt"/>
          <a:ea typeface="+mn-ea"/>
          <a:cs typeface="+mn-cs"/>
        </a:defRPr>
      </a:lvl1pPr>
      <a:lvl2pPr marL="315468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11040" kern="1200">
          <a:solidFill>
            <a:schemeClr val="tx1"/>
          </a:solidFill>
          <a:latin typeface="+mn-lt"/>
          <a:ea typeface="+mn-ea"/>
          <a:cs typeface="+mn-cs"/>
        </a:defRPr>
      </a:lvl2pPr>
      <a:lvl3pPr marL="525780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3pPr>
      <a:lvl4pPr marL="736092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4pPr>
      <a:lvl5pPr marL="946404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5pPr>
      <a:lvl6pPr marL="1156716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6pPr>
      <a:lvl7pPr marL="1367028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7pPr>
      <a:lvl8pPr marL="1577340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8pPr>
      <a:lvl9pPr marL="17876520" indent="-1051560" algn="l" defTabSz="4206240" rtl="0" eaLnBrk="1" latinLnBrk="0" hangingPunct="1">
        <a:lnSpc>
          <a:spcPct val="90000"/>
        </a:lnSpc>
        <a:spcBef>
          <a:spcPts val="2300"/>
        </a:spcBef>
        <a:buFont typeface="Arial" panose="020B0604020202020204" pitchFamily="34" charset="0"/>
        <a:buChar char="•"/>
        <a:defRPr sz="8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1pPr>
      <a:lvl2pPr marL="210312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2pPr>
      <a:lvl3pPr marL="420624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4pPr>
      <a:lvl5pPr marL="841248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5pPr>
      <a:lvl6pPr marL="1051560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6pPr>
      <a:lvl7pPr marL="1261872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7pPr>
      <a:lvl8pPr marL="1472184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8pPr>
      <a:lvl9pPr marL="16824960" algn="l" defTabSz="4206240" rtl="0" eaLnBrk="1" latinLnBrk="0" hangingPunct="1">
        <a:defRPr sz="8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A683-3192-929B-4784-8808B89A1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1525" y="1509285"/>
            <a:ext cx="27399350" cy="2327160"/>
          </a:xfrm>
        </p:spPr>
        <p:txBody>
          <a:bodyPr>
            <a:noAutofit/>
          </a:bodyPr>
          <a:lstStyle/>
          <a:p>
            <a:r>
              <a:rPr lang="en-US" sz="9600" dirty="0"/>
              <a:t>Partitioning predictable and deeply uncertain components of 21st century sea-level rise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1B31A0-C097-BEC1-44EF-69CEB3C9B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800" y="3988845"/>
            <a:ext cx="31546800" cy="1294355"/>
          </a:xfrm>
        </p:spPr>
        <p:txBody>
          <a:bodyPr>
            <a:normAutofit/>
          </a:bodyPr>
          <a:lstStyle/>
          <a:p>
            <a:r>
              <a:rPr lang="en-US" sz="5400" dirty="0"/>
              <a:t>Brent Minchew</a:t>
            </a:r>
            <a:r>
              <a:rPr lang="en-US" sz="5400" baseline="30000" dirty="0"/>
              <a:t>1,2</a:t>
            </a:r>
            <a:r>
              <a:rPr lang="en-US" sz="5400" dirty="0"/>
              <a:t>, Colin Meyer</a:t>
            </a:r>
            <a:r>
              <a:rPr lang="en-US" sz="5400" baseline="30000" dirty="0"/>
              <a:t>2,3</a:t>
            </a:r>
            <a:r>
              <a:rPr lang="en-US" sz="5400" dirty="0"/>
              <a:t>, Tobias Tiecke</a:t>
            </a:r>
            <a:r>
              <a:rPr lang="en-US" sz="5400" baseline="30000" dirty="0"/>
              <a:t>2</a:t>
            </a:r>
            <a:r>
              <a:rPr lang="en-US" sz="5400" dirty="0"/>
              <a:t>, Brian White</a:t>
            </a:r>
            <a:r>
              <a:rPr lang="en-US" sz="5400" baseline="30000" dirty="0"/>
              <a:t>2</a:t>
            </a:r>
            <a:r>
              <a:rPr lang="en-US" sz="5400" dirty="0"/>
              <a:t>, and Andi Gros</a:t>
            </a:r>
            <a:r>
              <a:rPr lang="en-US" sz="5400" baseline="30000" dirty="0"/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DF9D5-A2F5-151B-8629-4E41617A4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7424985"/>
            <a:ext cx="12502507" cy="10761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C59030-85F6-BB3C-BB6E-0353E8686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2439" y="7424985"/>
            <a:ext cx="11912600" cy="156034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70836D-5989-2653-7863-2ED93E279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0050252"/>
            <a:ext cx="12355814" cy="113588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7A1782-DA22-BC0B-47E6-F619A83E6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6889" y="7424985"/>
            <a:ext cx="10147285" cy="747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26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Partitioning predictable and deeply uncertain components of 21st century sea-level rise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Brent Minchew</dc:creator>
  <cp:lastModifiedBy>Brent Minchew</cp:lastModifiedBy>
  <cp:revision>5</cp:revision>
  <dcterms:created xsi:type="dcterms:W3CDTF">2026-06-03T14:12:56Z</dcterms:created>
  <dcterms:modified xsi:type="dcterms:W3CDTF">2026-06-03T14:37:24Z</dcterms:modified>
</cp:coreProperties>
</file>