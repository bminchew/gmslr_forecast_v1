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420624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C0C"/>
    <a:srgbClr val="ED75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6"/>
    <p:restoredTop sz="94673"/>
  </p:normalViewPr>
  <p:slideViewPr>
    <p:cSldViewPr snapToGrid="0">
      <p:cViewPr>
        <p:scale>
          <a:sx n="37" d="100"/>
          <a:sy n="37" d="100"/>
        </p:scale>
        <p:origin x="144" y="-1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54680" y="5387342"/>
            <a:ext cx="35753040" cy="11460480"/>
          </a:xfrm>
        </p:spPr>
        <p:txBody>
          <a:bodyPr anchor="b"/>
          <a:lstStyle>
            <a:lvl1pPr algn="ctr">
              <a:defRPr sz="27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57800" y="17289782"/>
            <a:ext cx="31546800" cy="7947658"/>
          </a:xfrm>
        </p:spPr>
        <p:txBody>
          <a:bodyPr/>
          <a:lstStyle>
            <a:lvl1pPr marL="0" indent="0" algn="ctr">
              <a:buNone/>
              <a:defRPr sz="11040"/>
            </a:lvl1pPr>
            <a:lvl2pPr marL="2103120" indent="0" algn="ctr">
              <a:buNone/>
              <a:defRPr sz="9200"/>
            </a:lvl2pPr>
            <a:lvl3pPr marL="4206240" indent="0" algn="ctr">
              <a:buNone/>
              <a:defRPr sz="8280"/>
            </a:lvl3pPr>
            <a:lvl4pPr marL="6309360" indent="0" algn="ctr">
              <a:buNone/>
              <a:defRPr sz="7360"/>
            </a:lvl4pPr>
            <a:lvl5pPr marL="8412480" indent="0" algn="ctr">
              <a:buNone/>
              <a:defRPr sz="7360"/>
            </a:lvl5pPr>
            <a:lvl6pPr marL="10515600" indent="0" algn="ctr">
              <a:buNone/>
              <a:defRPr sz="7360"/>
            </a:lvl6pPr>
            <a:lvl7pPr marL="12618720" indent="0" algn="ctr">
              <a:buNone/>
              <a:defRPr sz="7360"/>
            </a:lvl7pPr>
            <a:lvl8pPr marL="14721840" indent="0" algn="ctr">
              <a:buNone/>
              <a:defRPr sz="7360"/>
            </a:lvl8pPr>
            <a:lvl9pPr marL="16824960" indent="0" algn="ctr">
              <a:buNone/>
              <a:defRPr sz="7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5585C-8BC0-3044-9411-7D4DD7AD845D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5A000-21A5-374A-8F23-DC26A86F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844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5585C-8BC0-3044-9411-7D4DD7AD845D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5A000-21A5-374A-8F23-DC26A86F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155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69885" y="8206749"/>
            <a:ext cx="36278820" cy="13693138"/>
          </a:xfrm>
        </p:spPr>
        <p:txBody>
          <a:bodyPr anchor="b"/>
          <a:lstStyle>
            <a:lvl1pPr>
              <a:defRPr sz="27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69885" y="22029429"/>
            <a:ext cx="36278820" cy="7200898"/>
          </a:xfrm>
        </p:spPr>
        <p:txBody>
          <a:bodyPr/>
          <a:lstStyle>
            <a:lvl1pPr marL="0" indent="0">
              <a:buNone/>
              <a:defRPr sz="11040">
                <a:solidFill>
                  <a:schemeClr val="tx1">
                    <a:tint val="82000"/>
                  </a:schemeClr>
                </a:solidFill>
              </a:defRPr>
            </a:lvl1pPr>
            <a:lvl2pPr marL="2103120" indent="0">
              <a:buNone/>
              <a:defRPr sz="9200">
                <a:solidFill>
                  <a:schemeClr val="tx1">
                    <a:tint val="82000"/>
                  </a:schemeClr>
                </a:solidFill>
              </a:defRPr>
            </a:lvl2pPr>
            <a:lvl3pPr marL="4206240" indent="0">
              <a:buNone/>
              <a:defRPr sz="8280">
                <a:solidFill>
                  <a:schemeClr val="tx1">
                    <a:tint val="82000"/>
                  </a:schemeClr>
                </a:solidFill>
              </a:defRPr>
            </a:lvl3pPr>
            <a:lvl4pPr marL="6309360" indent="0">
              <a:buNone/>
              <a:defRPr sz="7360">
                <a:solidFill>
                  <a:schemeClr val="tx1">
                    <a:tint val="82000"/>
                  </a:schemeClr>
                </a:solidFill>
              </a:defRPr>
            </a:lvl4pPr>
            <a:lvl5pPr marL="8412480" indent="0">
              <a:buNone/>
              <a:defRPr sz="7360">
                <a:solidFill>
                  <a:schemeClr val="tx1">
                    <a:tint val="82000"/>
                  </a:schemeClr>
                </a:solidFill>
              </a:defRPr>
            </a:lvl5pPr>
            <a:lvl6pPr marL="10515600" indent="0">
              <a:buNone/>
              <a:defRPr sz="7360">
                <a:solidFill>
                  <a:schemeClr val="tx1">
                    <a:tint val="82000"/>
                  </a:schemeClr>
                </a:solidFill>
              </a:defRPr>
            </a:lvl6pPr>
            <a:lvl7pPr marL="12618720" indent="0">
              <a:buNone/>
              <a:defRPr sz="7360">
                <a:solidFill>
                  <a:schemeClr val="tx1">
                    <a:tint val="82000"/>
                  </a:schemeClr>
                </a:solidFill>
              </a:defRPr>
            </a:lvl7pPr>
            <a:lvl8pPr marL="14721840" indent="0">
              <a:buNone/>
              <a:defRPr sz="7360">
                <a:solidFill>
                  <a:schemeClr val="tx1">
                    <a:tint val="82000"/>
                  </a:schemeClr>
                </a:solidFill>
              </a:defRPr>
            </a:lvl8pPr>
            <a:lvl9pPr marL="16824960" indent="0">
              <a:buNone/>
              <a:defRPr sz="7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5585C-8BC0-3044-9411-7D4DD7AD845D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5A000-21A5-374A-8F23-DC26A86F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335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91790" y="8763000"/>
            <a:ext cx="1787652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294090" y="8763000"/>
            <a:ext cx="1787652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5585C-8BC0-3044-9411-7D4DD7AD845D}" type="datetimeFigureOut">
              <a:rPr lang="en-US" smtClean="0"/>
              <a:t>6/4/26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5A000-21A5-374A-8F23-DC26A86F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407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7269" y="1752607"/>
            <a:ext cx="3627882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97273" y="8069582"/>
            <a:ext cx="17794364" cy="3954778"/>
          </a:xfrm>
        </p:spPr>
        <p:txBody>
          <a:bodyPr anchor="b"/>
          <a:lstStyle>
            <a:lvl1pPr marL="0" indent="0">
              <a:buNone/>
              <a:defRPr sz="11040" b="1"/>
            </a:lvl1pPr>
            <a:lvl2pPr marL="2103120" indent="0">
              <a:buNone/>
              <a:defRPr sz="9200" b="1"/>
            </a:lvl2pPr>
            <a:lvl3pPr marL="4206240" indent="0">
              <a:buNone/>
              <a:defRPr sz="8280" b="1"/>
            </a:lvl3pPr>
            <a:lvl4pPr marL="6309360" indent="0">
              <a:buNone/>
              <a:defRPr sz="7360" b="1"/>
            </a:lvl4pPr>
            <a:lvl5pPr marL="8412480" indent="0">
              <a:buNone/>
              <a:defRPr sz="7360" b="1"/>
            </a:lvl5pPr>
            <a:lvl6pPr marL="10515600" indent="0">
              <a:buNone/>
              <a:defRPr sz="7360" b="1"/>
            </a:lvl6pPr>
            <a:lvl7pPr marL="12618720" indent="0">
              <a:buNone/>
              <a:defRPr sz="7360" b="1"/>
            </a:lvl7pPr>
            <a:lvl8pPr marL="14721840" indent="0">
              <a:buNone/>
              <a:defRPr sz="7360" b="1"/>
            </a:lvl8pPr>
            <a:lvl9pPr marL="16824960" indent="0">
              <a:buNone/>
              <a:defRPr sz="7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97273" y="12024360"/>
            <a:ext cx="17794364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1294092" y="8069582"/>
            <a:ext cx="17881999" cy="3954778"/>
          </a:xfrm>
        </p:spPr>
        <p:txBody>
          <a:bodyPr anchor="b"/>
          <a:lstStyle>
            <a:lvl1pPr marL="0" indent="0">
              <a:buNone/>
              <a:defRPr sz="11040" b="1"/>
            </a:lvl1pPr>
            <a:lvl2pPr marL="2103120" indent="0">
              <a:buNone/>
              <a:defRPr sz="9200" b="1"/>
            </a:lvl2pPr>
            <a:lvl3pPr marL="4206240" indent="0">
              <a:buNone/>
              <a:defRPr sz="8280" b="1"/>
            </a:lvl3pPr>
            <a:lvl4pPr marL="6309360" indent="0">
              <a:buNone/>
              <a:defRPr sz="7360" b="1"/>
            </a:lvl4pPr>
            <a:lvl5pPr marL="8412480" indent="0">
              <a:buNone/>
              <a:defRPr sz="7360" b="1"/>
            </a:lvl5pPr>
            <a:lvl6pPr marL="10515600" indent="0">
              <a:buNone/>
              <a:defRPr sz="7360" b="1"/>
            </a:lvl6pPr>
            <a:lvl7pPr marL="12618720" indent="0">
              <a:buNone/>
              <a:defRPr sz="7360" b="1"/>
            </a:lvl7pPr>
            <a:lvl8pPr marL="14721840" indent="0">
              <a:buNone/>
              <a:defRPr sz="7360" b="1"/>
            </a:lvl8pPr>
            <a:lvl9pPr marL="16824960" indent="0">
              <a:buNone/>
              <a:defRPr sz="7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1294092" y="12024360"/>
            <a:ext cx="17881999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5585C-8BC0-3044-9411-7D4DD7AD845D}" type="datetimeFigureOut">
              <a:rPr lang="en-US" smtClean="0"/>
              <a:t>6/4/26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5A000-21A5-374A-8F23-DC26A86F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647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5585C-8BC0-3044-9411-7D4DD7AD845D}" type="datetimeFigureOut">
              <a:rPr lang="en-US" smtClean="0"/>
              <a:t>6/4/26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5A000-21A5-374A-8F23-DC26A86F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751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5585C-8BC0-3044-9411-7D4DD7AD845D}" type="datetimeFigureOut">
              <a:rPr lang="en-US" smtClean="0"/>
              <a:t>6/4/26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5A000-21A5-374A-8F23-DC26A86F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72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7269" y="2194560"/>
            <a:ext cx="13566219" cy="7680960"/>
          </a:xfrm>
        </p:spPr>
        <p:txBody>
          <a:bodyPr anchor="b"/>
          <a:lstStyle>
            <a:lvl1pPr>
              <a:defRPr sz="14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881999" y="4739647"/>
            <a:ext cx="21294090" cy="23393400"/>
          </a:xfrm>
        </p:spPr>
        <p:txBody>
          <a:bodyPr/>
          <a:lstStyle>
            <a:lvl1pPr>
              <a:defRPr sz="14720"/>
            </a:lvl1pPr>
            <a:lvl2pPr>
              <a:defRPr sz="12880"/>
            </a:lvl2pPr>
            <a:lvl3pPr>
              <a:defRPr sz="11040"/>
            </a:lvl3pPr>
            <a:lvl4pPr>
              <a:defRPr sz="9200"/>
            </a:lvl4pPr>
            <a:lvl5pPr>
              <a:defRPr sz="9200"/>
            </a:lvl5pPr>
            <a:lvl6pPr>
              <a:defRPr sz="9200"/>
            </a:lvl6pPr>
            <a:lvl7pPr>
              <a:defRPr sz="9200"/>
            </a:lvl7pPr>
            <a:lvl8pPr>
              <a:defRPr sz="9200"/>
            </a:lvl8pPr>
            <a:lvl9pPr>
              <a:defRPr sz="9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97269" y="9875520"/>
            <a:ext cx="13566219" cy="18295622"/>
          </a:xfrm>
        </p:spPr>
        <p:txBody>
          <a:bodyPr/>
          <a:lstStyle>
            <a:lvl1pPr marL="0" indent="0">
              <a:buNone/>
              <a:defRPr sz="7360"/>
            </a:lvl1pPr>
            <a:lvl2pPr marL="2103120" indent="0">
              <a:buNone/>
              <a:defRPr sz="6440"/>
            </a:lvl2pPr>
            <a:lvl3pPr marL="4206240" indent="0">
              <a:buNone/>
              <a:defRPr sz="5520"/>
            </a:lvl3pPr>
            <a:lvl4pPr marL="6309360" indent="0">
              <a:buNone/>
              <a:defRPr sz="4600"/>
            </a:lvl4pPr>
            <a:lvl5pPr marL="8412480" indent="0">
              <a:buNone/>
              <a:defRPr sz="4600"/>
            </a:lvl5pPr>
            <a:lvl6pPr marL="10515600" indent="0">
              <a:buNone/>
              <a:defRPr sz="4600"/>
            </a:lvl6pPr>
            <a:lvl7pPr marL="12618720" indent="0">
              <a:buNone/>
              <a:defRPr sz="4600"/>
            </a:lvl7pPr>
            <a:lvl8pPr marL="14721840" indent="0">
              <a:buNone/>
              <a:defRPr sz="4600"/>
            </a:lvl8pPr>
            <a:lvl9pPr marL="16824960" indent="0">
              <a:buNone/>
              <a:defRPr sz="4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5585C-8BC0-3044-9411-7D4DD7AD845D}" type="datetimeFigureOut">
              <a:rPr lang="en-US" smtClean="0"/>
              <a:t>6/4/26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5A000-21A5-374A-8F23-DC26A86F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80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7269" y="2194560"/>
            <a:ext cx="13566219" cy="7680960"/>
          </a:xfrm>
        </p:spPr>
        <p:txBody>
          <a:bodyPr anchor="b"/>
          <a:lstStyle>
            <a:lvl1pPr>
              <a:defRPr sz="14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881999" y="4739647"/>
            <a:ext cx="21294090" cy="23393400"/>
          </a:xfrm>
        </p:spPr>
        <p:txBody>
          <a:bodyPr anchor="t"/>
          <a:lstStyle>
            <a:lvl1pPr marL="0" indent="0">
              <a:buNone/>
              <a:defRPr sz="14720"/>
            </a:lvl1pPr>
            <a:lvl2pPr marL="2103120" indent="0">
              <a:buNone/>
              <a:defRPr sz="12880"/>
            </a:lvl2pPr>
            <a:lvl3pPr marL="4206240" indent="0">
              <a:buNone/>
              <a:defRPr sz="11040"/>
            </a:lvl3pPr>
            <a:lvl4pPr marL="6309360" indent="0">
              <a:buNone/>
              <a:defRPr sz="9200"/>
            </a:lvl4pPr>
            <a:lvl5pPr marL="8412480" indent="0">
              <a:buNone/>
              <a:defRPr sz="9200"/>
            </a:lvl5pPr>
            <a:lvl6pPr marL="10515600" indent="0">
              <a:buNone/>
              <a:defRPr sz="9200"/>
            </a:lvl6pPr>
            <a:lvl7pPr marL="12618720" indent="0">
              <a:buNone/>
              <a:defRPr sz="9200"/>
            </a:lvl7pPr>
            <a:lvl8pPr marL="14721840" indent="0">
              <a:buNone/>
              <a:defRPr sz="9200"/>
            </a:lvl8pPr>
            <a:lvl9pPr marL="16824960" indent="0">
              <a:buNone/>
              <a:defRPr sz="9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97269" y="9875520"/>
            <a:ext cx="13566219" cy="18295622"/>
          </a:xfrm>
        </p:spPr>
        <p:txBody>
          <a:bodyPr/>
          <a:lstStyle>
            <a:lvl1pPr marL="0" indent="0">
              <a:buNone/>
              <a:defRPr sz="7360"/>
            </a:lvl1pPr>
            <a:lvl2pPr marL="2103120" indent="0">
              <a:buNone/>
              <a:defRPr sz="6440"/>
            </a:lvl2pPr>
            <a:lvl3pPr marL="4206240" indent="0">
              <a:buNone/>
              <a:defRPr sz="5520"/>
            </a:lvl3pPr>
            <a:lvl4pPr marL="6309360" indent="0">
              <a:buNone/>
              <a:defRPr sz="4600"/>
            </a:lvl4pPr>
            <a:lvl5pPr marL="8412480" indent="0">
              <a:buNone/>
              <a:defRPr sz="4600"/>
            </a:lvl5pPr>
            <a:lvl6pPr marL="10515600" indent="0">
              <a:buNone/>
              <a:defRPr sz="4600"/>
            </a:lvl6pPr>
            <a:lvl7pPr marL="12618720" indent="0">
              <a:buNone/>
              <a:defRPr sz="4600"/>
            </a:lvl7pPr>
            <a:lvl8pPr marL="14721840" indent="0">
              <a:buNone/>
              <a:defRPr sz="4600"/>
            </a:lvl8pPr>
            <a:lvl9pPr marL="16824960" indent="0">
              <a:buNone/>
              <a:defRPr sz="4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5585C-8BC0-3044-9411-7D4DD7AD845D}" type="datetimeFigureOut">
              <a:rPr lang="en-US" smtClean="0"/>
              <a:t>6/4/26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5A000-21A5-374A-8F23-DC26A86F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116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5585C-8BC0-3044-9411-7D4DD7AD845D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5A000-21A5-374A-8F23-DC26A86F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026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0100907" y="1752600"/>
            <a:ext cx="9069705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91792" y="1752600"/>
            <a:ext cx="26683335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5585C-8BC0-3044-9411-7D4DD7AD845D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D5A000-21A5-374A-8F23-DC26A86F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38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1790" y="1752607"/>
            <a:ext cx="3627882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91790" y="8763000"/>
            <a:ext cx="3627882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91790" y="30510487"/>
            <a:ext cx="94640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35585C-8BC0-3044-9411-7D4DD7AD845D}" type="datetimeFigureOut">
              <a:rPr lang="en-US" smtClean="0"/>
              <a:t>6/4/26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933170" y="30510487"/>
            <a:ext cx="141960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706570" y="30510487"/>
            <a:ext cx="94640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D5A000-21A5-374A-8F23-DC26A86FC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125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206240" rtl="0" eaLnBrk="1" latinLnBrk="0" hangingPunct="1">
        <a:lnSpc>
          <a:spcPct val="90000"/>
        </a:lnSpc>
        <a:spcBef>
          <a:spcPct val="0"/>
        </a:spcBef>
        <a:buNone/>
        <a:defRPr sz="202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51560" indent="-1051560" algn="l" defTabSz="4206240" rtl="0" eaLnBrk="1" latinLnBrk="0" hangingPunct="1">
        <a:lnSpc>
          <a:spcPct val="90000"/>
        </a:lnSpc>
        <a:spcBef>
          <a:spcPts val="4600"/>
        </a:spcBef>
        <a:buFont typeface="Arial" panose="020B0604020202020204" pitchFamily="34" charset="0"/>
        <a:buChar char="•"/>
        <a:defRPr sz="12880" kern="1200">
          <a:solidFill>
            <a:schemeClr val="tx1"/>
          </a:solidFill>
          <a:latin typeface="+mn-lt"/>
          <a:ea typeface="+mn-ea"/>
          <a:cs typeface="+mn-cs"/>
        </a:defRPr>
      </a:lvl1pPr>
      <a:lvl2pPr marL="3154680" indent="-1051560" algn="l" defTabSz="4206240" rtl="0" eaLnBrk="1" latinLnBrk="0" hangingPunct="1">
        <a:lnSpc>
          <a:spcPct val="90000"/>
        </a:lnSpc>
        <a:spcBef>
          <a:spcPts val="2300"/>
        </a:spcBef>
        <a:buFont typeface="Arial" panose="020B0604020202020204" pitchFamily="34" charset="0"/>
        <a:buChar char="•"/>
        <a:defRPr sz="11040" kern="1200">
          <a:solidFill>
            <a:schemeClr val="tx1"/>
          </a:solidFill>
          <a:latin typeface="+mn-lt"/>
          <a:ea typeface="+mn-ea"/>
          <a:cs typeface="+mn-cs"/>
        </a:defRPr>
      </a:lvl2pPr>
      <a:lvl3pPr marL="5257800" indent="-1051560" algn="l" defTabSz="4206240" rtl="0" eaLnBrk="1" latinLnBrk="0" hangingPunct="1">
        <a:lnSpc>
          <a:spcPct val="90000"/>
        </a:lnSpc>
        <a:spcBef>
          <a:spcPts val="23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3pPr>
      <a:lvl4pPr marL="7360920" indent="-1051560" algn="l" defTabSz="4206240" rtl="0" eaLnBrk="1" latinLnBrk="0" hangingPunct="1">
        <a:lnSpc>
          <a:spcPct val="90000"/>
        </a:lnSpc>
        <a:spcBef>
          <a:spcPts val="2300"/>
        </a:spcBef>
        <a:buFont typeface="Arial" panose="020B0604020202020204" pitchFamily="34" charset="0"/>
        <a:buChar char="•"/>
        <a:defRPr sz="8280" kern="1200">
          <a:solidFill>
            <a:schemeClr val="tx1"/>
          </a:solidFill>
          <a:latin typeface="+mn-lt"/>
          <a:ea typeface="+mn-ea"/>
          <a:cs typeface="+mn-cs"/>
        </a:defRPr>
      </a:lvl4pPr>
      <a:lvl5pPr marL="9464040" indent="-1051560" algn="l" defTabSz="4206240" rtl="0" eaLnBrk="1" latinLnBrk="0" hangingPunct="1">
        <a:lnSpc>
          <a:spcPct val="90000"/>
        </a:lnSpc>
        <a:spcBef>
          <a:spcPts val="2300"/>
        </a:spcBef>
        <a:buFont typeface="Arial" panose="020B0604020202020204" pitchFamily="34" charset="0"/>
        <a:buChar char="•"/>
        <a:defRPr sz="8280" kern="1200">
          <a:solidFill>
            <a:schemeClr val="tx1"/>
          </a:solidFill>
          <a:latin typeface="+mn-lt"/>
          <a:ea typeface="+mn-ea"/>
          <a:cs typeface="+mn-cs"/>
        </a:defRPr>
      </a:lvl5pPr>
      <a:lvl6pPr marL="11567160" indent="-1051560" algn="l" defTabSz="4206240" rtl="0" eaLnBrk="1" latinLnBrk="0" hangingPunct="1">
        <a:lnSpc>
          <a:spcPct val="90000"/>
        </a:lnSpc>
        <a:spcBef>
          <a:spcPts val="2300"/>
        </a:spcBef>
        <a:buFont typeface="Arial" panose="020B0604020202020204" pitchFamily="34" charset="0"/>
        <a:buChar char="•"/>
        <a:defRPr sz="8280" kern="1200">
          <a:solidFill>
            <a:schemeClr val="tx1"/>
          </a:solidFill>
          <a:latin typeface="+mn-lt"/>
          <a:ea typeface="+mn-ea"/>
          <a:cs typeface="+mn-cs"/>
        </a:defRPr>
      </a:lvl6pPr>
      <a:lvl7pPr marL="13670280" indent="-1051560" algn="l" defTabSz="4206240" rtl="0" eaLnBrk="1" latinLnBrk="0" hangingPunct="1">
        <a:lnSpc>
          <a:spcPct val="90000"/>
        </a:lnSpc>
        <a:spcBef>
          <a:spcPts val="2300"/>
        </a:spcBef>
        <a:buFont typeface="Arial" panose="020B0604020202020204" pitchFamily="34" charset="0"/>
        <a:buChar char="•"/>
        <a:defRPr sz="8280" kern="1200">
          <a:solidFill>
            <a:schemeClr val="tx1"/>
          </a:solidFill>
          <a:latin typeface="+mn-lt"/>
          <a:ea typeface="+mn-ea"/>
          <a:cs typeface="+mn-cs"/>
        </a:defRPr>
      </a:lvl7pPr>
      <a:lvl8pPr marL="15773400" indent="-1051560" algn="l" defTabSz="4206240" rtl="0" eaLnBrk="1" latinLnBrk="0" hangingPunct="1">
        <a:lnSpc>
          <a:spcPct val="90000"/>
        </a:lnSpc>
        <a:spcBef>
          <a:spcPts val="2300"/>
        </a:spcBef>
        <a:buFont typeface="Arial" panose="020B0604020202020204" pitchFamily="34" charset="0"/>
        <a:buChar char="•"/>
        <a:defRPr sz="8280" kern="1200">
          <a:solidFill>
            <a:schemeClr val="tx1"/>
          </a:solidFill>
          <a:latin typeface="+mn-lt"/>
          <a:ea typeface="+mn-ea"/>
          <a:cs typeface="+mn-cs"/>
        </a:defRPr>
      </a:lvl8pPr>
      <a:lvl9pPr marL="17876520" indent="-1051560" algn="l" defTabSz="4206240" rtl="0" eaLnBrk="1" latinLnBrk="0" hangingPunct="1">
        <a:lnSpc>
          <a:spcPct val="90000"/>
        </a:lnSpc>
        <a:spcBef>
          <a:spcPts val="2300"/>
        </a:spcBef>
        <a:buFont typeface="Arial" panose="020B0604020202020204" pitchFamily="34" charset="0"/>
        <a:buChar char="•"/>
        <a:defRPr sz="82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206240" rtl="0" eaLnBrk="1" latinLnBrk="0" hangingPunct="1">
        <a:defRPr sz="8280" kern="1200">
          <a:solidFill>
            <a:schemeClr val="tx1"/>
          </a:solidFill>
          <a:latin typeface="+mn-lt"/>
          <a:ea typeface="+mn-ea"/>
          <a:cs typeface="+mn-cs"/>
        </a:defRPr>
      </a:lvl1pPr>
      <a:lvl2pPr marL="2103120" algn="l" defTabSz="4206240" rtl="0" eaLnBrk="1" latinLnBrk="0" hangingPunct="1">
        <a:defRPr sz="8280" kern="1200">
          <a:solidFill>
            <a:schemeClr val="tx1"/>
          </a:solidFill>
          <a:latin typeface="+mn-lt"/>
          <a:ea typeface="+mn-ea"/>
          <a:cs typeface="+mn-cs"/>
        </a:defRPr>
      </a:lvl2pPr>
      <a:lvl3pPr marL="4206240" algn="l" defTabSz="4206240" rtl="0" eaLnBrk="1" latinLnBrk="0" hangingPunct="1">
        <a:defRPr sz="8280" kern="1200">
          <a:solidFill>
            <a:schemeClr val="tx1"/>
          </a:solidFill>
          <a:latin typeface="+mn-lt"/>
          <a:ea typeface="+mn-ea"/>
          <a:cs typeface="+mn-cs"/>
        </a:defRPr>
      </a:lvl3pPr>
      <a:lvl4pPr marL="6309360" algn="l" defTabSz="4206240" rtl="0" eaLnBrk="1" latinLnBrk="0" hangingPunct="1">
        <a:defRPr sz="8280" kern="1200">
          <a:solidFill>
            <a:schemeClr val="tx1"/>
          </a:solidFill>
          <a:latin typeface="+mn-lt"/>
          <a:ea typeface="+mn-ea"/>
          <a:cs typeface="+mn-cs"/>
        </a:defRPr>
      </a:lvl4pPr>
      <a:lvl5pPr marL="8412480" algn="l" defTabSz="4206240" rtl="0" eaLnBrk="1" latinLnBrk="0" hangingPunct="1">
        <a:defRPr sz="8280" kern="1200">
          <a:solidFill>
            <a:schemeClr val="tx1"/>
          </a:solidFill>
          <a:latin typeface="+mn-lt"/>
          <a:ea typeface="+mn-ea"/>
          <a:cs typeface="+mn-cs"/>
        </a:defRPr>
      </a:lvl5pPr>
      <a:lvl6pPr marL="10515600" algn="l" defTabSz="4206240" rtl="0" eaLnBrk="1" latinLnBrk="0" hangingPunct="1">
        <a:defRPr sz="8280" kern="1200">
          <a:solidFill>
            <a:schemeClr val="tx1"/>
          </a:solidFill>
          <a:latin typeface="+mn-lt"/>
          <a:ea typeface="+mn-ea"/>
          <a:cs typeface="+mn-cs"/>
        </a:defRPr>
      </a:lvl6pPr>
      <a:lvl7pPr marL="12618720" algn="l" defTabSz="4206240" rtl="0" eaLnBrk="1" latinLnBrk="0" hangingPunct="1">
        <a:defRPr sz="8280" kern="1200">
          <a:solidFill>
            <a:schemeClr val="tx1"/>
          </a:solidFill>
          <a:latin typeface="+mn-lt"/>
          <a:ea typeface="+mn-ea"/>
          <a:cs typeface="+mn-cs"/>
        </a:defRPr>
      </a:lvl7pPr>
      <a:lvl8pPr marL="14721840" algn="l" defTabSz="4206240" rtl="0" eaLnBrk="1" latinLnBrk="0" hangingPunct="1">
        <a:defRPr sz="8280" kern="1200">
          <a:solidFill>
            <a:schemeClr val="tx1"/>
          </a:solidFill>
          <a:latin typeface="+mn-lt"/>
          <a:ea typeface="+mn-ea"/>
          <a:cs typeface="+mn-cs"/>
        </a:defRPr>
      </a:lvl8pPr>
      <a:lvl9pPr marL="16824960" algn="l" defTabSz="4206240" rtl="0" eaLnBrk="1" latinLnBrk="0" hangingPunct="1">
        <a:defRPr sz="82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BA683-3192-929B-4784-8808B89A16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31525" y="1509285"/>
            <a:ext cx="27399350" cy="2327160"/>
          </a:xfrm>
        </p:spPr>
        <p:txBody>
          <a:bodyPr>
            <a:noAutofit/>
          </a:bodyPr>
          <a:lstStyle/>
          <a:p>
            <a:r>
              <a:rPr lang="en-US" sz="9600" dirty="0"/>
              <a:t>Partitioning predictable and deeply uncertain components of 21st century sea-level rise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1B31A0-C097-BEC1-44EF-69CEB3C9B7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57800" y="3988845"/>
            <a:ext cx="31546800" cy="1294355"/>
          </a:xfrm>
        </p:spPr>
        <p:txBody>
          <a:bodyPr>
            <a:normAutofit/>
          </a:bodyPr>
          <a:lstStyle/>
          <a:p>
            <a:r>
              <a:rPr lang="en-US" sz="5400" dirty="0"/>
              <a:t>Brent Minchew</a:t>
            </a:r>
            <a:r>
              <a:rPr lang="en-US" sz="5400" baseline="30000" dirty="0"/>
              <a:t>1,2</a:t>
            </a:r>
            <a:r>
              <a:rPr lang="en-US" sz="5400" dirty="0"/>
              <a:t>, Colin Meyer</a:t>
            </a:r>
            <a:r>
              <a:rPr lang="en-US" sz="5400" baseline="30000" dirty="0"/>
              <a:t>2,3</a:t>
            </a:r>
            <a:r>
              <a:rPr lang="en-US" sz="5400" dirty="0"/>
              <a:t>, Tobias Tiecke</a:t>
            </a:r>
            <a:r>
              <a:rPr lang="en-US" sz="5400" baseline="30000" dirty="0"/>
              <a:t>2</a:t>
            </a:r>
            <a:r>
              <a:rPr lang="en-US" sz="5400" dirty="0"/>
              <a:t>, Brian White</a:t>
            </a:r>
            <a:r>
              <a:rPr lang="en-US" sz="5400" baseline="30000" dirty="0"/>
              <a:t>2</a:t>
            </a:r>
            <a:r>
              <a:rPr lang="en-US" sz="5400" dirty="0"/>
              <a:t>, and Andi Gros</a:t>
            </a:r>
            <a:r>
              <a:rPr lang="en-US" sz="5400" baseline="30000" dirty="0"/>
              <a:t>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EDF9D5-A2F5-151B-8629-4E41617A4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693" y="21188019"/>
            <a:ext cx="13188836" cy="11352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C59030-85F6-BB3C-BB6E-0353E8686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4302" y="7048989"/>
            <a:ext cx="11912600" cy="156034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70836D-5989-2653-7863-2ED93E279B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20587" y="7142637"/>
            <a:ext cx="13903327" cy="127815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47A1782-DA22-BC0B-47E6-F619A83E614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3182" t="-16098" r="603" b="80883"/>
          <a:stretch>
            <a:fillRect/>
          </a:stretch>
        </p:blipFill>
        <p:spPr>
          <a:xfrm>
            <a:off x="29616362" y="23491577"/>
            <a:ext cx="5193818" cy="37180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5061EAD-0D27-4615-7CD9-87D6C112CB87}"/>
              </a:ext>
            </a:extLst>
          </p:cNvPr>
          <p:cNvSpPr txBox="1"/>
          <p:nvPr/>
        </p:nvSpPr>
        <p:spPr>
          <a:xfrm>
            <a:off x="919074" y="6054298"/>
            <a:ext cx="12502507" cy="10402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800" b="1" dirty="0"/>
              <a:t>Abstract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400" dirty="0"/>
              <a:t>We construct a data-driven global mean sea-level (GMSL) forecast model by calibrating reduced physical models for individual sea-level contributors against decades-long independent observational records. 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400" dirty="0"/>
              <a:t>When forced with observed surface temperatures, the calibrated components sum to match observed GMSL within error back to 1950.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400" dirty="0"/>
              <a:t>Our forecasts show a 73% probability of GMSLR exceeding 1 meter (pre-industrial), and 10% of exceeding 2 meters, by the end of the century.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400" dirty="0"/>
              <a:t>The dynamics of West Antarctic glaciers account for &gt;90% of the forecast uncertainty.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400" dirty="0"/>
              <a:t>Reveals orthogonal dimensions of sea-level risk: emissions reduction decreases median projections related to the predictable, temperature-sensitive components, but leaves the WAIS-driven, high-risk tail of the distribution largely unchanged.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400" dirty="0">
                <a:solidFill>
                  <a:schemeClr val="bg2">
                    <a:lumMod val="50000"/>
                  </a:schemeClr>
                </a:solidFill>
              </a:rPr>
              <a:t>(Note: SSP1-2.6, SSP2-4.5, SSP3-7.0 map to 2 ℃ , 3 ℃, 4 ℃)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DBB16F-720C-56AA-58A8-4576EB6148A1}"/>
              </a:ext>
            </a:extLst>
          </p:cNvPr>
          <p:cNvSpPr txBox="1"/>
          <p:nvPr/>
        </p:nvSpPr>
        <p:spPr>
          <a:xfrm>
            <a:off x="919074" y="17078511"/>
            <a:ext cx="121111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Global data and model performance</a:t>
            </a:r>
            <a:endParaRPr lang="en-US" sz="4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7FE8BD-CEDD-1726-877B-A443ED2169D5}"/>
              </a:ext>
            </a:extLst>
          </p:cNvPr>
          <p:cNvSpPr txBox="1"/>
          <p:nvPr/>
        </p:nvSpPr>
        <p:spPr>
          <a:xfrm>
            <a:off x="1080271" y="18062634"/>
            <a:ext cx="12502507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400" dirty="0"/>
              <a:t>Key takeaways: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400" dirty="0"/>
              <a:t>Hindcast results of our model closely match independent observations in (a) GMSL time-series and (b) GMSL rate and temperature anomaly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400" dirty="0"/>
              <a:t>Forecasts track observed trends in the first decade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sz="3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3D8956-56BE-3F7F-DC45-227A78031932}"/>
              </a:ext>
            </a:extLst>
          </p:cNvPr>
          <p:cNvSpPr txBox="1"/>
          <p:nvPr/>
        </p:nvSpPr>
        <p:spPr>
          <a:xfrm>
            <a:off x="14051082" y="5995829"/>
            <a:ext cx="142659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Model components </a:t>
            </a:r>
            <a:r>
              <a:rPr lang="en-US" sz="4800" dirty="0"/>
              <a:t>(only showing most relevant)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856CA1-ADC0-20AD-34A5-6019CCF12CC2}"/>
              </a:ext>
            </a:extLst>
          </p:cNvPr>
          <p:cNvSpPr txBox="1"/>
          <p:nvPr/>
        </p:nvSpPr>
        <p:spPr>
          <a:xfrm>
            <a:off x="14210582" y="19680698"/>
            <a:ext cx="13713332" cy="128035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400" b="1" dirty="0"/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400" dirty="0"/>
              <a:t>Ocean thermal expansion (thermosteric): Modeled as a two-layer energy balance, each with a variable state, relaxation time, and sensitivities. 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sz="3400" dirty="0"/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sz="3400" dirty="0"/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sz="3400" dirty="0"/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sz="3400" dirty="0"/>
          </a:p>
          <a:p>
            <a:endParaRPr lang="en-US" sz="3400" dirty="0"/>
          </a:p>
          <a:p>
            <a:pPr marL="685800" indent="-6858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3400" dirty="0"/>
              <a:t>Greenland glacier discharge: Modeled as an ocean-driven delay model forced by EN4 ocean temperatures in the peripheral waters surrounding Greenland. 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sz="3400" dirty="0"/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sz="3400" dirty="0"/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400" dirty="0"/>
              <a:t>Greenland surface mass balance (SMB): Calibrated with regional climate models due to a lack of sufficient data coverage</a:t>
            </a:r>
            <a:endParaRPr lang="en-US" sz="3400" dirty="0">
              <a:solidFill>
                <a:schemeClr val="bg2">
                  <a:lumMod val="50000"/>
                </a:schemeClr>
              </a:solidFill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sz="3400" dirty="0">
              <a:solidFill>
                <a:schemeClr val="bg2">
                  <a:lumMod val="50000"/>
                </a:schemeClr>
              </a:solidFill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400" dirty="0"/>
              <a:t>West Antarctic Ice Sheet (WAIS) represented by a probabilistic scenario-mixture model that accounts for the broad range of possible mass loss rates from the scientific literature.  </a:t>
            </a:r>
          </a:p>
          <a:p>
            <a:pPr marL="1143000" lvl="1" indent="-685800">
              <a:buFont typeface="Arial" panose="020B0604020202020204" pitchFamily="34" charset="0"/>
              <a:buChar char="•"/>
            </a:pPr>
            <a:r>
              <a:rPr lang="en-US" sz="3400" dirty="0"/>
              <a:t>`Slow WAIS’: Ice sheet continues to lose mass at the current rate and acceleration</a:t>
            </a:r>
          </a:p>
          <a:p>
            <a:pPr marL="1143000" lvl="1" indent="-685800">
              <a:buFont typeface="Arial" panose="020B0604020202020204" pitchFamily="34" charset="0"/>
              <a:buChar char="•"/>
            </a:pPr>
            <a:r>
              <a:rPr lang="en-US" sz="3400" dirty="0"/>
              <a:t>`Fast WAIS’: Internal feedbacks (primarily MISI) accelerate mass loss. These are taken to independent of emission scenarios.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A818A1F-438D-2367-BD43-54830A9F71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150479" y="26131382"/>
            <a:ext cx="9643541" cy="73272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4194E60-E508-7EE3-4D5D-719C2AC07EC9}"/>
              </a:ext>
            </a:extLst>
          </p:cNvPr>
          <p:cNvSpPr txBox="1"/>
          <p:nvPr/>
        </p:nvSpPr>
        <p:spPr>
          <a:xfrm>
            <a:off x="28946494" y="5995829"/>
            <a:ext cx="142659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Forecasts</a:t>
            </a:r>
            <a:endParaRPr lang="en-US" sz="48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559C98B-3DA1-B513-17E1-C952ED9542F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9928" r="29927" b="30825"/>
          <a:stretch>
            <a:fillRect/>
          </a:stretch>
        </p:blipFill>
        <p:spPr>
          <a:xfrm>
            <a:off x="6387180" y="1245267"/>
            <a:ext cx="2573940" cy="249479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B2D47DF-4C1B-2D2F-DC8C-7D1F152EF8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074" y="1827570"/>
            <a:ext cx="4958798" cy="119791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01A9CDB-CA64-7D1E-0CB7-7072ACBDF97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730875" y="1515547"/>
            <a:ext cx="5439557" cy="215614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3FBE2B9-F4DB-E7E5-52DB-BC89C7CA8456}"/>
              </a:ext>
            </a:extLst>
          </p:cNvPr>
          <p:cNvSpPr txBox="1"/>
          <p:nvPr/>
        </p:nvSpPr>
        <p:spPr>
          <a:xfrm>
            <a:off x="29355838" y="27062617"/>
            <a:ext cx="12502507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4800" b="1" dirty="0"/>
              <a:t>Take-aways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400" dirty="0"/>
              <a:t>Virtually all uncertainty is in West Antarctica 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400" dirty="0"/>
              <a:t>Other sea level contributors are predictable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400" dirty="0"/>
              <a:t>Orthogonal risks: </a:t>
            </a:r>
          </a:p>
          <a:p>
            <a:pPr marL="1143000" lvl="1" indent="-685800">
              <a:buFont typeface="Arial" panose="020B0604020202020204" pitchFamily="34" charset="0"/>
              <a:buChar char="•"/>
            </a:pPr>
            <a:r>
              <a:rPr lang="en-US" sz="3400" dirty="0"/>
              <a:t>Cutting emissions reduces the predictable, temperature-sensitive components </a:t>
            </a:r>
          </a:p>
          <a:p>
            <a:pPr marL="1143000" lvl="1" indent="-685800">
              <a:buFont typeface="Arial" panose="020B0604020202020204" pitchFamily="34" charset="0"/>
              <a:buChar char="•"/>
            </a:pPr>
            <a:r>
              <a:rPr lang="en-US" sz="3400" dirty="0"/>
              <a:t>WAIS contribution is largely insensitive to emission reductions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400" dirty="0"/>
              <a:t>Most valuable question: How fast will WAIS lose mass?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endParaRPr lang="en-US" sz="34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3CFFFC9-A64F-5F66-ACBC-6645EC0F87B3}"/>
              </a:ext>
            </a:extLst>
          </p:cNvPr>
          <p:cNvCxnSpPr>
            <a:cxnSpLocks/>
          </p:cNvCxnSpPr>
          <p:nvPr/>
        </p:nvCxnSpPr>
        <p:spPr>
          <a:xfrm>
            <a:off x="919074" y="5283200"/>
            <a:ext cx="40758489" cy="0"/>
          </a:xfrm>
          <a:prstGeom prst="line">
            <a:avLst/>
          </a:prstGeom>
          <a:ln w="57150">
            <a:solidFill>
              <a:srgbClr val="FF6C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Picture 36">
            <a:extLst>
              <a:ext uri="{FF2B5EF4-FFF2-40B4-BE49-F238E27FC236}">
                <a16:creationId xmlns:a16="http://schemas.microsoft.com/office/drawing/2014/main" id="{0C7E0EBC-D3B7-DEDE-41B3-BA2F2B99B8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481839" y="22243743"/>
            <a:ext cx="5490410" cy="1792787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CF7D3B8E-62C0-CF11-6754-8B9F1B6E27D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082371" y="22234999"/>
            <a:ext cx="5571982" cy="1792787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13BD519-9C2F-D2A1-A541-F33205D2D0E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0363" t="18476" r="603" b="49221"/>
          <a:stretch>
            <a:fillRect/>
          </a:stretch>
        </p:blipFill>
        <p:spPr>
          <a:xfrm>
            <a:off x="35607091" y="23652053"/>
            <a:ext cx="5598114" cy="341056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C7E6C7A9-D882-1879-4C05-1D3CFA2F4AFB}"/>
              </a:ext>
            </a:extLst>
          </p:cNvPr>
          <p:cNvSpPr txBox="1"/>
          <p:nvPr/>
        </p:nvSpPr>
        <p:spPr>
          <a:xfrm>
            <a:off x="29195171" y="23499859"/>
            <a:ext cx="660053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400" dirty="0"/>
              <a:t>Internal dynamical feedbacks in WAIS make variances of all other sea-level contributors negligible 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BE94543-D15C-7FD5-87D3-576C6D7F3F04}"/>
              </a:ext>
            </a:extLst>
          </p:cNvPr>
          <p:cNvSpPr txBox="1"/>
          <p:nvPr/>
        </p:nvSpPr>
        <p:spPr>
          <a:xfrm>
            <a:off x="28946494" y="22740818"/>
            <a:ext cx="142659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Variance decomposition</a:t>
            </a:r>
            <a:endParaRPr lang="en-US" sz="4800" dirty="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E0A727A8-3779-8811-B0A8-089A1EE7B5B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3182" t="-16098" r="603" b="97034"/>
          <a:stretch>
            <a:fillRect/>
          </a:stretch>
        </p:blipFill>
        <p:spPr>
          <a:xfrm>
            <a:off x="35959654" y="21639299"/>
            <a:ext cx="5193818" cy="2012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7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1105</TotalTime>
  <Words>416</Words>
  <Application>Microsoft Macintosh PowerPoint</Application>
  <PresentationFormat>Custom</PresentationFormat>
  <Paragraphs>39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Partitioning predictable and deeply uncertain components of 21st century sea-level rise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Brent Minchew</dc:creator>
  <cp:lastModifiedBy>Brent Minchew</cp:lastModifiedBy>
  <cp:revision>47</cp:revision>
  <dcterms:created xsi:type="dcterms:W3CDTF">2026-06-03T14:12:56Z</dcterms:created>
  <dcterms:modified xsi:type="dcterms:W3CDTF">2026-06-05T13:46:01Z</dcterms:modified>
</cp:coreProperties>
</file>