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C87DF-3762-F9BF-0F2C-54D9627ECE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C57336-A703-5ABC-083A-C7CB786ABF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33AE3-B2BF-2B79-C420-90CDF8369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CC6E-0525-3849-BA38-6EFB43FBC3B6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97867-4DCD-AEA9-D605-2906ED7EE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55674-EBC0-9119-16E1-C15D00376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EBFC2-85F5-8F46-A4AC-1B0C80DEB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891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F1835-89A7-E1C0-EF49-25F9758EC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8F99B-5CBD-0F77-F97F-2CBD7740A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58905-5D02-A786-FFAE-735ADA51D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CC6E-0525-3849-BA38-6EFB43FBC3B6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A4EA5-1A16-2A61-412A-297A573C8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699E0-B6B2-04EB-73A6-4FC638000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EBFC2-85F5-8F46-A4AC-1B0C80DEB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218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7789F-DCC2-E9FF-106C-2B18924AF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AACE4-87D6-5BAC-F81A-7DA5C167D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2AE6B-83EC-174D-8BAB-F7D6A6932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CC6E-0525-3849-BA38-6EFB43FBC3B6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E0BFE-44C8-D34A-F6E0-BC6188BFA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C2047-C20F-3677-E3D1-843B77B8B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EBFC2-85F5-8F46-A4AC-1B0C80DEB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05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0533B-D5C2-853C-F070-664BD9E37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BDBB6-9790-99F9-6B90-DF1455FC5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EF379B-31BA-AD56-5929-74549B535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A77C8-EB97-2B1C-D972-3D201F14B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CC6E-0525-3849-BA38-6EFB43FBC3B6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34206F-1947-F7EA-1390-B8474727D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8EBA0D-4EAD-771E-CCC0-C49C96B6F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EBFC2-85F5-8F46-A4AC-1B0C80DEB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245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C3E65-EDDA-DEA5-6446-E6ABD128C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D53691-26F2-488A-5509-0F45B2480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75BB99-CB74-4DD3-01B4-8D2526C92D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AF5EE9-6329-9C12-EFA6-6E202BBED7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8B79FA-FD42-ABCB-9BE0-C48A6F557A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12A83F-3A59-3A36-D8DA-3FFD0CC81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CC6E-0525-3849-BA38-6EFB43FBC3B6}" type="datetimeFigureOut">
              <a:rPr lang="en-US" smtClean="0"/>
              <a:t>4/19/26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718254-9E33-FC6E-0C80-E0284A194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CF4332-6671-1905-111F-A191DE5B6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EBFC2-85F5-8F46-A4AC-1B0C80DEB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007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09DAC-B578-5892-0C7E-2419A4735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CE49FB-4BC9-D085-D1EC-8731EC647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CC6E-0525-3849-BA38-6EFB43FBC3B6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058FFE-8051-784B-6B22-BB028DEC8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3F2D76-BED2-2346-5A3A-017BA7FE5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EBFC2-85F5-8F46-A4AC-1B0C80DEB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053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4F8D16-4030-1442-EC16-D3B9D7464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CC6E-0525-3849-BA38-6EFB43FBC3B6}" type="datetimeFigureOut">
              <a:rPr lang="en-US" smtClean="0"/>
              <a:t>4/19/26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ABA27B-A688-B1B2-C9C1-F35D13AB6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45E77-8580-5CAD-B1DE-690D4FCE6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EBFC2-85F5-8F46-A4AC-1B0C80DEB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367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40C7E-45FB-D384-5C6D-52E78CAB4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A76F2-8DF2-F399-19E5-A4A93BA29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A97CD6-52AE-4895-51B9-0FBCF182BC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DBF473-2FFF-05A5-539E-D0C4722C9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CC6E-0525-3849-BA38-6EFB43FBC3B6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223424-5611-7D20-693E-59E985AAB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125EF6-4261-0847-FFAC-1EE86B2BB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EBFC2-85F5-8F46-A4AC-1B0C80DEB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935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D45A6-221C-256F-B800-CBDCDE78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B54846-B5EA-3A89-62BA-B0C3C832E3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92E71D-62E7-31E0-5F85-1CD181632C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E05E1-04B9-3E2E-3641-F138828F6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CC6E-0525-3849-BA38-6EFB43FBC3B6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2DBB3-4438-9E35-ADFC-DF53E44F9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6EF77-C2F4-7177-B115-F6CF99934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EBFC2-85F5-8F46-A4AC-1B0C80DEB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50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B5B0A-59B4-85A1-99FD-859DD474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CA1E22-EC0E-BE4F-1311-9D616C2C9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FF4C2-5A9A-5D2F-824D-ED56A8017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CC6E-0525-3849-BA38-6EFB43FBC3B6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FD8F6-7871-5619-1DFF-D3F4B78EA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01178-F669-21E1-6380-9CCC49D1E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EBFC2-85F5-8F46-A4AC-1B0C80DEB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879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3C4E71-5D16-D369-20AA-52F61600AD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CC6ED3-A2BF-BDAF-4227-3BF344D2B6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D2A5F-8DF7-576E-E6E7-7A5C01334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CC6E-0525-3849-BA38-6EFB43FBC3B6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9A3C8-0796-7615-C10C-F836E5574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898BC-D33F-48B8-0CF7-4F56901EC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EBFC2-85F5-8F46-A4AC-1B0C80DEB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445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206AED-703E-F970-EC64-B9BA86190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49809-7CFC-07BB-2713-F26BEA056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B1D07-E2F9-BC36-1D49-C175F71E18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E7CC6E-0525-3849-BA38-6EFB43FBC3B6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2F6D9-F303-1BEF-FC40-98FCB163C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EA414-FB6F-AEF3-46CD-818E00622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0EBFC2-85F5-8F46-A4AC-1B0C80DEB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6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35EA7-809D-0B33-E553-7D5CB5F029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1344AA-557D-1A76-A464-20D05BCBD3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15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Brent Minchew</dc:creator>
  <cp:lastModifiedBy>Brent Minchew</cp:lastModifiedBy>
  <cp:revision>1</cp:revision>
  <dcterms:created xsi:type="dcterms:W3CDTF">2026-04-19T22:45:56Z</dcterms:created>
  <dcterms:modified xsi:type="dcterms:W3CDTF">2026-04-19T22:46:58Z</dcterms:modified>
</cp:coreProperties>
</file>